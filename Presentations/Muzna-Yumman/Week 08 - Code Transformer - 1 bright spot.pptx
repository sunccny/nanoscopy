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Transformer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7973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Generate dataset.</a:t>
            </a:r>
            <a:endParaRPr/>
          </a:p>
          <a:p>
            <a:pPr indent="-37973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Training Transformer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